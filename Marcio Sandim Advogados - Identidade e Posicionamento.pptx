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projeto não reinventa o escritório: organiza e eleva.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Diagnóstico factual, sem desvalorizar o trabalho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apagar o perfil pessoal. Dar a ele um destino.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áreas, uma única marca. Nenhuma cor por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pilares e o vocabulário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logo não muda. Somente adaptações cromáticas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cores, uma proporção. Champagne apenas em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Spectral para o editorial, Barlow para a informação.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elementos recorrentes. Reconhecível mesmo sem a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Fotografia real. Nenhum retoque que altere a fisionomia.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perfil pessoal não é apagado: ele conduz audiência para a marca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print é real. Não alteramos números nem métricas. Evolução, não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transição entre antes e depois: cinco frentes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 oficial como avatar. Nunca a fotografia de Márcio no perfil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Doze publicações: fotografia, editorial, institucional e conteúdo técnico alternados.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capas e dez editorias permanentes.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Papelaria em off-white e azul petróleo, champagne apenas em 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Recepção, placa de porta e sinalização interna. Fotografias a produzir.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com dois CTAs e as seis áreas logo abaixo.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 mobile e atendimento. O mesmo sistema em tela pequena.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os canais se conectam e para onde levam.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elevar, não reinventar.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jpeg"/><Relationship Id="rId4" Type="http://schemas.openxmlformats.org/officeDocument/2006/relationships/image" Target="../media/image-1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2026-09-18T01:35:10Z</dcterms:created>
  <dcterms:modified xsi:type="dcterms:W3CDTF">2026-09-18T01:35:10Z</dcterms:modified>
</cp:coreProperties>
</file>