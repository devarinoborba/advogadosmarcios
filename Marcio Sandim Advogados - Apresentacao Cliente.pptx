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 alternativa: retrato em viragem petróleo, logo e título.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Diagnóstico. Evolução de posicionamento, não crítica ao trabalho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áreas, uma única marca.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Logo intacta. Paleta e tipografia do novo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canais com funções claras. O perfil pessoal não é apagado.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página mais importante da apresentação: o print real à esquerda, o novo perfil à direita.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Doze publicações alternando fotografia, editorial e conteúdo técnico.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Papelaria e ambiente físico com a mesma moldura fina.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mesmo sistema no site e no celular.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etapas de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 a confirmar antes de enviar ao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e contato da Orium.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image" Target="../media/image-1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2026-09-18T01:39:10Z</dcterms:created>
  <dcterms:modified xsi:type="dcterms:W3CDTF">2026-09-18T01:39:10Z</dcterms:modified>
</cp:coreProperties>
</file>